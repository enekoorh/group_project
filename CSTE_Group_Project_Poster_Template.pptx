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</p:sldMasterIdLst>
  <p:sldIdLst>
    <p:sldId id="256" r:id="rId6"/>
  </p:sldIdLst>
  <p:sldSz cx="21388388" cy="30279975"/>
  <p:notesSz cx="6858000" cy="9144000"/>
  <p:defaultTextStyle>
    <a:defPPr>
      <a:defRPr lang="en-US"/>
    </a:defPPr>
    <a:lvl1pPr marL="0" algn="l" defTabSz="2480036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1pPr>
    <a:lvl2pPr marL="1240018" algn="l" defTabSz="2480036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2pPr>
    <a:lvl3pPr marL="2480036" algn="l" defTabSz="2480036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3pPr>
    <a:lvl4pPr marL="3720054" algn="l" defTabSz="2480036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4pPr>
    <a:lvl5pPr marL="4960071" algn="l" defTabSz="2480036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5pPr>
    <a:lvl6pPr marL="6200089" algn="l" defTabSz="2480036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6pPr>
    <a:lvl7pPr marL="7440107" algn="l" defTabSz="2480036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7pPr>
    <a:lvl8pPr marL="8680125" algn="l" defTabSz="2480036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8pPr>
    <a:lvl9pPr marL="9920143" algn="l" defTabSz="2480036" rtl="0" eaLnBrk="1" latinLnBrk="0" hangingPunct="1">
      <a:defRPr sz="488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4267"/>
    <a:srgbClr val="0C4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143"/>
    <p:restoredTop sz="94645"/>
  </p:normalViewPr>
  <p:slideViewPr>
    <p:cSldViewPr snapToGrid="0" snapToObjects="1">
      <p:cViewPr varScale="1">
        <p:scale>
          <a:sx n="17" d="100"/>
          <a:sy n="17" d="100"/>
        </p:scale>
        <p:origin x="151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2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anfield Univers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59199" y="5888177"/>
            <a:ext cx="19071901" cy="19086373"/>
          </a:xfrm>
          <a:prstGeom prst="rect">
            <a:avLst/>
          </a:prstGeom>
        </p:spPr>
        <p:txBody>
          <a:bodyPr anchor="ctr"/>
          <a:lstStyle>
            <a:lvl1pPr algn="ctr">
              <a:defRPr sz="60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GB" dirty="0"/>
              <a:t>Click to edit content.</a:t>
            </a:r>
            <a:br>
              <a:rPr lang="en-GB" dirty="0"/>
            </a:br>
            <a:r>
              <a:rPr lang="en-GB" dirty="0"/>
              <a:t>Do not exceed the size of this box to ensure all of your content is printed.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1158875" y="25461913"/>
            <a:ext cx="12214224" cy="1341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aseline="0">
                <a:solidFill>
                  <a:srgbClr val="0C406D"/>
                </a:solidFill>
                <a:latin typeface="Arial" charset="0"/>
                <a:ea typeface="Arial" charset="0"/>
                <a:cs typeface="Arial" charset="0"/>
              </a:defRPr>
            </a:lvl1pPr>
            <a:lvl2pPr marL="802066" indent="0">
              <a:buNone/>
              <a:defRPr>
                <a:solidFill>
                  <a:srgbClr val="0C406D"/>
                </a:solidFill>
                <a:latin typeface="Arial" charset="0"/>
                <a:ea typeface="Arial" charset="0"/>
                <a:cs typeface="Arial" charset="0"/>
              </a:defRPr>
            </a:lvl2pPr>
            <a:lvl3pPr marL="1604132" indent="0">
              <a:buNone/>
              <a:defRPr>
                <a:solidFill>
                  <a:srgbClr val="0C406D"/>
                </a:solidFill>
                <a:latin typeface="Arial" charset="0"/>
                <a:ea typeface="Arial" charset="0"/>
                <a:cs typeface="Arial" charset="0"/>
              </a:defRPr>
            </a:lvl3pPr>
            <a:lvl4pPr marL="2406198" indent="0">
              <a:buNone/>
              <a:defRPr>
                <a:solidFill>
                  <a:srgbClr val="0C406D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>
                <a:solidFill>
                  <a:srgbClr val="0C406D"/>
                </a:solidFill>
              </a:defRPr>
            </a:lvl5pPr>
          </a:lstStyle>
          <a:p>
            <a:pPr lvl="0"/>
            <a:r>
              <a:rPr lang="en-GB" dirty="0"/>
              <a:t>Author(s) Name(s): Title, First Name, Surname. Arial 36pt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1" hasCustomPrompt="1"/>
          </p:nvPr>
        </p:nvSpPr>
        <p:spPr>
          <a:xfrm>
            <a:off x="1158875" y="27290713"/>
            <a:ext cx="12214225" cy="712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rgbClr val="0C406D"/>
                </a:solidFill>
                <a:latin typeface="Arial" charset="0"/>
                <a:ea typeface="Arial" charset="0"/>
                <a:cs typeface="Arial" charset="0"/>
              </a:defRPr>
            </a:lvl1pPr>
            <a:lvl2pPr marL="802066" indent="0" algn="l">
              <a:buNone/>
              <a:defRPr sz="3200">
                <a:solidFill>
                  <a:srgbClr val="0C406D"/>
                </a:solidFill>
                <a:latin typeface="Arial" charset="0"/>
                <a:ea typeface="Arial" charset="0"/>
                <a:cs typeface="Arial" charset="0"/>
              </a:defRPr>
            </a:lvl2pPr>
            <a:lvl3pPr marL="1604132" indent="0" algn="l">
              <a:buNone/>
              <a:defRPr sz="3200">
                <a:solidFill>
                  <a:srgbClr val="0C406D"/>
                </a:solidFill>
                <a:latin typeface="Arial" charset="0"/>
                <a:ea typeface="Arial" charset="0"/>
                <a:cs typeface="Arial" charset="0"/>
              </a:defRPr>
            </a:lvl3pPr>
            <a:lvl4pPr marL="2406198" indent="0" algn="l">
              <a:buNone/>
              <a:defRPr sz="3200">
                <a:solidFill>
                  <a:srgbClr val="0C406D"/>
                </a:solidFill>
                <a:latin typeface="Arial" charset="0"/>
                <a:ea typeface="Arial" charset="0"/>
                <a:cs typeface="Arial" charset="0"/>
              </a:defRPr>
            </a:lvl4pPr>
            <a:lvl5pPr marL="3208264" indent="0" algn="l">
              <a:buNone/>
              <a:defRPr sz="3200">
                <a:solidFill>
                  <a:srgbClr val="0C406D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GB" dirty="0"/>
              <a:t>Address and email address details. Arial 32pt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14916150" y="25461913"/>
            <a:ext cx="5303838" cy="3970337"/>
          </a:xfrm>
          <a:prstGeom prst="rect">
            <a:avLst/>
          </a:prstGeom>
        </p:spPr>
        <p:txBody>
          <a:bodyPr anchor="ctr"/>
          <a:lstStyle>
            <a:lvl1pPr marL="401033" indent="0" algn="ctr">
              <a:buFont typeface="Arial" charset="0"/>
              <a:buNone/>
              <a:defRPr sz="3200">
                <a:solidFill>
                  <a:schemeClr val="bg1">
                    <a:lumMod val="6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802066" indent="0" algn="l">
              <a:buFont typeface="Arial" charset="0"/>
              <a:buNone/>
              <a:defRPr sz="3200">
                <a:solidFill>
                  <a:schemeClr val="bg1">
                    <a:lumMod val="6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</a:lstStyle>
          <a:p>
            <a:pPr marL="802066" marR="0" lvl="0" indent="-401033" algn="l" defTabSz="1604132" rtl="0" eaLnBrk="1" fontAlgn="auto" latinLnBrk="0" hangingPunct="1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Sponsor’s details here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224588" y="1485898"/>
            <a:ext cx="13995400" cy="322869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6800" b="1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b="1" dirty="0">
                <a:latin typeface="Arial" charset="0"/>
                <a:ea typeface="Arial" charset="0"/>
                <a:cs typeface="Arial" charset="0"/>
              </a:rPr>
              <a:t>Title, Arial Bold 68pt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960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ool of Manag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59199" y="5888177"/>
            <a:ext cx="19071901" cy="19086373"/>
          </a:xfrm>
          <a:prstGeom prst="rect">
            <a:avLst/>
          </a:prstGeom>
        </p:spPr>
        <p:txBody>
          <a:bodyPr anchor="ctr"/>
          <a:lstStyle>
            <a:lvl1pPr algn="ctr">
              <a:defRPr sz="60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GB" dirty="0"/>
              <a:t>Click to edit content.</a:t>
            </a:r>
            <a:br>
              <a:rPr lang="en-GB" dirty="0"/>
            </a:br>
            <a:r>
              <a:rPr lang="en-GB" dirty="0"/>
              <a:t>Do not exceed the size of this box to ensure all of your content is printed.</a:t>
            </a:r>
            <a:endParaRPr lang="en-US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0" hasCustomPrompt="1"/>
          </p:nvPr>
        </p:nvSpPr>
        <p:spPr>
          <a:xfrm>
            <a:off x="1158875" y="25461913"/>
            <a:ext cx="12214224" cy="1341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aseline="0">
                <a:solidFill>
                  <a:srgbClr val="0C406D"/>
                </a:solidFill>
                <a:latin typeface="Arial" charset="0"/>
                <a:ea typeface="Arial" charset="0"/>
                <a:cs typeface="Arial" charset="0"/>
              </a:defRPr>
            </a:lvl1pPr>
            <a:lvl2pPr marL="802066" indent="0">
              <a:buNone/>
              <a:defRPr>
                <a:solidFill>
                  <a:srgbClr val="0C406D"/>
                </a:solidFill>
                <a:latin typeface="Arial" charset="0"/>
                <a:ea typeface="Arial" charset="0"/>
                <a:cs typeface="Arial" charset="0"/>
              </a:defRPr>
            </a:lvl2pPr>
            <a:lvl3pPr marL="1604132" indent="0">
              <a:buNone/>
              <a:defRPr>
                <a:solidFill>
                  <a:srgbClr val="0C406D"/>
                </a:solidFill>
                <a:latin typeface="Arial" charset="0"/>
                <a:ea typeface="Arial" charset="0"/>
                <a:cs typeface="Arial" charset="0"/>
              </a:defRPr>
            </a:lvl3pPr>
            <a:lvl4pPr marL="2406198" indent="0">
              <a:buNone/>
              <a:defRPr>
                <a:solidFill>
                  <a:srgbClr val="0C406D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>
                <a:solidFill>
                  <a:srgbClr val="0C406D"/>
                </a:solidFill>
              </a:defRPr>
            </a:lvl5pPr>
          </a:lstStyle>
          <a:p>
            <a:pPr lvl="0"/>
            <a:r>
              <a:rPr lang="en-GB" dirty="0"/>
              <a:t>Author(s) Name(s): Title, First Name, Surname. Arial 36pt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1" hasCustomPrompt="1"/>
          </p:nvPr>
        </p:nvSpPr>
        <p:spPr>
          <a:xfrm>
            <a:off x="1158875" y="27290713"/>
            <a:ext cx="12214225" cy="712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rgbClr val="0C406D"/>
                </a:solidFill>
                <a:latin typeface="Arial" charset="0"/>
                <a:ea typeface="Arial" charset="0"/>
                <a:cs typeface="Arial" charset="0"/>
              </a:defRPr>
            </a:lvl1pPr>
            <a:lvl2pPr marL="802066" indent="0" algn="l">
              <a:buNone/>
              <a:defRPr sz="3200">
                <a:solidFill>
                  <a:srgbClr val="0C406D"/>
                </a:solidFill>
                <a:latin typeface="Arial" charset="0"/>
                <a:ea typeface="Arial" charset="0"/>
                <a:cs typeface="Arial" charset="0"/>
              </a:defRPr>
            </a:lvl2pPr>
            <a:lvl3pPr marL="1604132" indent="0" algn="l">
              <a:buNone/>
              <a:defRPr sz="3200">
                <a:solidFill>
                  <a:srgbClr val="0C406D"/>
                </a:solidFill>
                <a:latin typeface="Arial" charset="0"/>
                <a:ea typeface="Arial" charset="0"/>
                <a:cs typeface="Arial" charset="0"/>
              </a:defRPr>
            </a:lvl3pPr>
            <a:lvl4pPr marL="2406198" indent="0" algn="l">
              <a:buNone/>
              <a:defRPr sz="3200">
                <a:solidFill>
                  <a:srgbClr val="0C406D"/>
                </a:solidFill>
                <a:latin typeface="Arial" charset="0"/>
                <a:ea typeface="Arial" charset="0"/>
                <a:cs typeface="Arial" charset="0"/>
              </a:defRPr>
            </a:lvl4pPr>
            <a:lvl5pPr marL="3208264" indent="0" algn="l">
              <a:buNone/>
              <a:defRPr sz="3200">
                <a:solidFill>
                  <a:srgbClr val="0C406D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GB" dirty="0"/>
              <a:t>Address and email address details. Arial 32pt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2" hasCustomPrompt="1"/>
          </p:nvPr>
        </p:nvSpPr>
        <p:spPr>
          <a:xfrm>
            <a:off x="14916150" y="25461913"/>
            <a:ext cx="5303838" cy="3970337"/>
          </a:xfrm>
          <a:prstGeom prst="rect">
            <a:avLst/>
          </a:prstGeom>
        </p:spPr>
        <p:txBody>
          <a:bodyPr anchor="ctr"/>
          <a:lstStyle>
            <a:lvl1pPr marL="401033" indent="0" algn="ctr">
              <a:buFont typeface="Arial" charset="0"/>
              <a:buNone/>
              <a:defRPr sz="3200">
                <a:solidFill>
                  <a:schemeClr val="bg1">
                    <a:lumMod val="6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802066" indent="0" algn="l">
              <a:buFont typeface="Arial" charset="0"/>
              <a:buNone/>
              <a:defRPr sz="3200">
                <a:solidFill>
                  <a:schemeClr val="bg1">
                    <a:lumMod val="65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</a:lstStyle>
          <a:p>
            <a:pPr marL="802066" marR="0" lvl="0" indent="-401033" algn="l" defTabSz="1604132" rtl="0" eaLnBrk="1" fontAlgn="auto" latinLnBrk="0" hangingPunct="1">
              <a:lnSpc>
                <a:spcPct val="90000"/>
              </a:lnSpc>
              <a:spcBef>
                <a:spcPts val="877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Sponsor’s details here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224588" y="1485898"/>
            <a:ext cx="13995400" cy="322869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6800" b="1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b="1" dirty="0">
                <a:latin typeface="Arial" charset="0"/>
                <a:ea typeface="Arial" charset="0"/>
                <a:cs typeface="Arial" charset="0"/>
              </a:rPr>
              <a:t>Title, Arial Bold 68pt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287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000" y="1080000"/>
            <a:ext cx="3960000" cy="3960000"/>
          </a:xfrm>
          <a:prstGeom prst="rect">
            <a:avLst/>
          </a:prstGeom>
        </p:spPr>
      </p:pic>
      <p:sp>
        <p:nvSpPr>
          <p:cNvPr id="11" name="Text Box 17"/>
          <p:cNvSpPr txBox="1">
            <a:spLocks noChangeArrowheads="1"/>
          </p:cNvSpPr>
          <p:nvPr userDrawn="1"/>
        </p:nvSpPr>
        <p:spPr bwMode="auto">
          <a:xfrm>
            <a:off x="1159200" y="28311907"/>
            <a:ext cx="8677730" cy="896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959" tIns="32479" rIns="64959" bIns="32479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5400" dirty="0">
                <a:solidFill>
                  <a:srgbClr val="0C406D"/>
                </a:solidFill>
                <a:cs typeface="Arial" panose="020B0604020202020204" pitchFamily="34" charset="0"/>
              </a:rPr>
              <a:t>www.cranfield.ac.uk</a:t>
            </a:r>
          </a:p>
        </p:txBody>
      </p:sp>
    </p:spTree>
    <p:extLst>
      <p:ext uri="{BB962C8B-B14F-4D97-AF65-F5344CB8AC3E}">
        <p14:creationId xmlns:p14="http://schemas.microsoft.com/office/powerpoint/2010/main" val="187622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1604132" rtl="0" eaLnBrk="1" latinLnBrk="0" hangingPunct="1">
        <a:lnSpc>
          <a:spcPct val="90000"/>
        </a:lnSpc>
        <a:spcBef>
          <a:spcPct val="0"/>
        </a:spcBef>
        <a:buNone/>
        <a:defRPr sz="77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1033" indent="-401033" algn="l" defTabSz="1604132" rtl="0" eaLnBrk="1" latinLnBrk="0" hangingPunct="1">
        <a:lnSpc>
          <a:spcPct val="90000"/>
        </a:lnSpc>
        <a:spcBef>
          <a:spcPts val="1754"/>
        </a:spcBef>
        <a:buFont typeface="Arial"/>
        <a:buChar char="•"/>
        <a:defRPr sz="4912" kern="1200">
          <a:solidFill>
            <a:schemeClr val="tx1"/>
          </a:solidFill>
          <a:latin typeface="+mn-lt"/>
          <a:ea typeface="+mn-ea"/>
          <a:cs typeface="+mn-cs"/>
        </a:defRPr>
      </a:lvl1pPr>
      <a:lvl2pPr marL="1203099" indent="-401033" algn="l" defTabSz="1604132" rtl="0" eaLnBrk="1" latinLnBrk="0" hangingPunct="1">
        <a:lnSpc>
          <a:spcPct val="90000"/>
        </a:lnSpc>
        <a:spcBef>
          <a:spcPts val="877"/>
        </a:spcBef>
        <a:buFont typeface="Arial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2pPr>
      <a:lvl3pPr marL="2005165" indent="-401033" algn="l" defTabSz="1604132" rtl="0" eaLnBrk="1" latinLnBrk="0" hangingPunct="1">
        <a:lnSpc>
          <a:spcPct val="90000"/>
        </a:lnSpc>
        <a:spcBef>
          <a:spcPts val="877"/>
        </a:spcBef>
        <a:buFont typeface="Arial"/>
        <a:buChar char="•"/>
        <a:defRPr sz="3509" kern="1200">
          <a:solidFill>
            <a:schemeClr val="tx1"/>
          </a:solidFill>
          <a:latin typeface="+mn-lt"/>
          <a:ea typeface="+mn-ea"/>
          <a:cs typeface="+mn-cs"/>
        </a:defRPr>
      </a:lvl3pPr>
      <a:lvl4pPr marL="2807231" indent="-401033" algn="l" defTabSz="1604132" rtl="0" eaLnBrk="1" latinLnBrk="0" hangingPunct="1">
        <a:lnSpc>
          <a:spcPct val="90000"/>
        </a:lnSpc>
        <a:spcBef>
          <a:spcPts val="877"/>
        </a:spcBef>
        <a:buFont typeface="Arial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4pPr>
      <a:lvl5pPr marL="3609297" indent="-401033" algn="l" defTabSz="1604132" rtl="0" eaLnBrk="1" latinLnBrk="0" hangingPunct="1">
        <a:lnSpc>
          <a:spcPct val="90000"/>
        </a:lnSpc>
        <a:spcBef>
          <a:spcPts val="877"/>
        </a:spcBef>
        <a:buFont typeface="Arial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5pPr>
      <a:lvl6pPr marL="4411363" indent="-401033" algn="l" defTabSz="1604132" rtl="0" eaLnBrk="1" latinLnBrk="0" hangingPunct="1">
        <a:lnSpc>
          <a:spcPct val="90000"/>
        </a:lnSpc>
        <a:spcBef>
          <a:spcPts val="877"/>
        </a:spcBef>
        <a:buFont typeface="Arial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6pPr>
      <a:lvl7pPr marL="5213429" indent="-401033" algn="l" defTabSz="1604132" rtl="0" eaLnBrk="1" latinLnBrk="0" hangingPunct="1">
        <a:lnSpc>
          <a:spcPct val="90000"/>
        </a:lnSpc>
        <a:spcBef>
          <a:spcPts val="877"/>
        </a:spcBef>
        <a:buFont typeface="Arial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7pPr>
      <a:lvl8pPr marL="6015495" indent="-401033" algn="l" defTabSz="1604132" rtl="0" eaLnBrk="1" latinLnBrk="0" hangingPunct="1">
        <a:lnSpc>
          <a:spcPct val="90000"/>
        </a:lnSpc>
        <a:spcBef>
          <a:spcPts val="877"/>
        </a:spcBef>
        <a:buFont typeface="Arial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8pPr>
      <a:lvl9pPr marL="6817561" indent="-401033" algn="l" defTabSz="1604132" rtl="0" eaLnBrk="1" latinLnBrk="0" hangingPunct="1">
        <a:lnSpc>
          <a:spcPct val="90000"/>
        </a:lnSpc>
        <a:spcBef>
          <a:spcPts val="877"/>
        </a:spcBef>
        <a:buFont typeface="Arial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1pPr>
      <a:lvl2pPr marL="802066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2pPr>
      <a:lvl3pPr marL="1604132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3pPr>
      <a:lvl4pPr marL="2406198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4pPr>
      <a:lvl5pPr marL="3208264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5pPr>
      <a:lvl6pPr marL="4010330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6pPr>
      <a:lvl7pPr marL="4812396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7pPr>
      <a:lvl8pPr marL="5614462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8pPr>
      <a:lvl9pPr marL="6416528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000" y="1080000"/>
            <a:ext cx="3960000" cy="3960000"/>
          </a:xfrm>
          <a:prstGeom prst="rect">
            <a:avLst/>
          </a:prstGeom>
        </p:spPr>
      </p:pic>
      <p:sp>
        <p:nvSpPr>
          <p:cNvPr id="11" name="Text Box 17"/>
          <p:cNvSpPr txBox="1">
            <a:spLocks noChangeArrowheads="1"/>
          </p:cNvSpPr>
          <p:nvPr userDrawn="1"/>
        </p:nvSpPr>
        <p:spPr bwMode="auto">
          <a:xfrm>
            <a:off x="1159200" y="28311907"/>
            <a:ext cx="8677730" cy="896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959" tIns="32479" rIns="64959" bIns="32479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5400" dirty="0" err="1">
                <a:solidFill>
                  <a:srgbClr val="0C406D"/>
                </a:solidFill>
                <a:cs typeface="Arial" panose="020B0604020202020204" pitchFamily="34" charset="0"/>
              </a:rPr>
              <a:t>www.cranfield.ac.uk</a:t>
            </a:r>
            <a:r>
              <a:rPr lang="en-US" altLang="en-US" sz="5400" dirty="0">
                <a:solidFill>
                  <a:srgbClr val="0C406D"/>
                </a:solidFill>
                <a:cs typeface="Arial" panose="020B0604020202020204" pitchFamily="34" charset="0"/>
              </a:rPr>
              <a:t>/</a:t>
            </a:r>
            <a:r>
              <a:rPr lang="en-US" altLang="en-US" sz="5400" dirty="0" err="1">
                <a:solidFill>
                  <a:srgbClr val="0C406D"/>
                </a:solidFill>
                <a:cs typeface="Arial" panose="020B0604020202020204" pitchFamily="34" charset="0"/>
              </a:rPr>
              <a:t>som</a:t>
            </a:r>
            <a:endParaRPr lang="en-US" altLang="en-US" sz="5400" dirty="0">
              <a:solidFill>
                <a:srgbClr val="0C406D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159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1604132" rtl="0" eaLnBrk="1" latinLnBrk="0" hangingPunct="1">
        <a:lnSpc>
          <a:spcPct val="90000"/>
        </a:lnSpc>
        <a:spcBef>
          <a:spcPct val="0"/>
        </a:spcBef>
        <a:buNone/>
        <a:defRPr sz="77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1033" indent="-401033" algn="l" defTabSz="1604132" rtl="0" eaLnBrk="1" latinLnBrk="0" hangingPunct="1">
        <a:lnSpc>
          <a:spcPct val="90000"/>
        </a:lnSpc>
        <a:spcBef>
          <a:spcPts val="1754"/>
        </a:spcBef>
        <a:buFont typeface="Arial"/>
        <a:buChar char="•"/>
        <a:defRPr sz="4912" kern="1200">
          <a:solidFill>
            <a:schemeClr val="tx1"/>
          </a:solidFill>
          <a:latin typeface="+mn-lt"/>
          <a:ea typeface="+mn-ea"/>
          <a:cs typeface="+mn-cs"/>
        </a:defRPr>
      </a:lvl1pPr>
      <a:lvl2pPr marL="1203099" indent="-401033" algn="l" defTabSz="1604132" rtl="0" eaLnBrk="1" latinLnBrk="0" hangingPunct="1">
        <a:lnSpc>
          <a:spcPct val="90000"/>
        </a:lnSpc>
        <a:spcBef>
          <a:spcPts val="877"/>
        </a:spcBef>
        <a:buFont typeface="Arial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2pPr>
      <a:lvl3pPr marL="2005165" indent="-401033" algn="l" defTabSz="1604132" rtl="0" eaLnBrk="1" latinLnBrk="0" hangingPunct="1">
        <a:lnSpc>
          <a:spcPct val="90000"/>
        </a:lnSpc>
        <a:spcBef>
          <a:spcPts val="877"/>
        </a:spcBef>
        <a:buFont typeface="Arial"/>
        <a:buChar char="•"/>
        <a:defRPr sz="3509" kern="1200">
          <a:solidFill>
            <a:schemeClr val="tx1"/>
          </a:solidFill>
          <a:latin typeface="+mn-lt"/>
          <a:ea typeface="+mn-ea"/>
          <a:cs typeface="+mn-cs"/>
        </a:defRPr>
      </a:lvl3pPr>
      <a:lvl4pPr marL="2807231" indent="-401033" algn="l" defTabSz="1604132" rtl="0" eaLnBrk="1" latinLnBrk="0" hangingPunct="1">
        <a:lnSpc>
          <a:spcPct val="90000"/>
        </a:lnSpc>
        <a:spcBef>
          <a:spcPts val="877"/>
        </a:spcBef>
        <a:buFont typeface="Arial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4pPr>
      <a:lvl5pPr marL="3609297" indent="-401033" algn="l" defTabSz="1604132" rtl="0" eaLnBrk="1" latinLnBrk="0" hangingPunct="1">
        <a:lnSpc>
          <a:spcPct val="90000"/>
        </a:lnSpc>
        <a:spcBef>
          <a:spcPts val="877"/>
        </a:spcBef>
        <a:buFont typeface="Arial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5pPr>
      <a:lvl6pPr marL="4411363" indent="-401033" algn="l" defTabSz="1604132" rtl="0" eaLnBrk="1" latinLnBrk="0" hangingPunct="1">
        <a:lnSpc>
          <a:spcPct val="90000"/>
        </a:lnSpc>
        <a:spcBef>
          <a:spcPts val="877"/>
        </a:spcBef>
        <a:buFont typeface="Arial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6pPr>
      <a:lvl7pPr marL="5213429" indent="-401033" algn="l" defTabSz="1604132" rtl="0" eaLnBrk="1" latinLnBrk="0" hangingPunct="1">
        <a:lnSpc>
          <a:spcPct val="90000"/>
        </a:lnSpc>
        <a:spcBef>
          <a:spcPts val="877"/>
        </a:spcBef>
        <a:buFont typeface="Arial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7pPr>
      <a:lvl8pPr marL="6015495" indent="-401033" algn="l" defTabSz="1604132" rtl="0" eaLnBrk="1" latinLnBrk="0" hangingPunct="1">
        <a:lnSpc>
          <a:spcPct val="90000"/>
        </a:lnSpc>
        <a:spcBef>
          <a:spcPts val="877"/>
        </a:spcBef>
        <a:buFont typeface="Arial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8pPr>
      <a:lvl9pPr marL="6817561" indent="-401033" algn="l" defTabSz="1604132" rtl="0" eaLnBrk="1" latinLnBrk="0" hangingPunct="1">
        <a:lnSpc>
          <a:spcPct val="90000"/>
        </a:lnSpc>
        <a:spcBef>
          <a:spcPts val="877"/>
        </a:spcBef>
        <a:buFont typeface="Arial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1pPr>
      <a:lvl2pPr marL="802066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2pPr>
      <a:lvl3pPr marL="1604132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3pPr>
      <a:lvl4pPr marL="2406198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4pPr>
      <a:lvl5pPr marL="3208264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5pPr>
      <a:lvl6pPr marL="4010330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6pPr>
      <a:lvl7pPr marL="4812396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7pPr>
      <a:lvl8pPr marL="5614462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8pPr>
      <a:lvl9pPr marL="6416528" algn="l" defTabSz="160413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9199" y="5888177"/>
            <a:ext cx="19071901" cy="2044654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158875" y="26833513"/>
            <a:ext cx="12214224" cy="13414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224588" y="2750816"/>
            <a:ext cx="13995400" cy="278130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559868" y="688304"/>
            <a:ext cx="136601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>
                <a:solidFill>
                  <a:srgbClr val="194267"/>
                </a:solidFill>
              </a:rPr>
              <a:t>MSc in Computational Software Techniques in Engineering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02CC08-AB14-574A-BC00-4E3F0D3182DC}"/>
              </a:ext>
            </a:extLst>
          </p:cNvPr>
          <p:cNvSpPr txBox="1"/>
          <p:nvPr/>
        </p:nvSpPr>
        <p:spPr>
          <a:xfrm>
            <a:off x="10281920" y="28548013"/>
            <a:ext cx="99380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>
                <a:solidFill>
                  <a:srgbClr val="194267"/>
                </a:solidFill>
              </a:rPr>
              <a:t>ESTIA Group Project 2025/26</a:t>
            </a:r>
          </a:p>
        </p:txBody>
      </p:sp>
    </p:spTree>
    <p:extLst>
      <p:ext uri="{BB962C8B-B14F-4D97-AF65-F5344CB8AC3E}">
        <p14:creationId xmlns:p14="http://schemas.microsoft.com/office/powerpoint/2010/main" val="917181390"/>
      </p:ext>
    </p:extLst>
  </p:cSld>
  <p:clrMapOvr>
    <a:masterClrMapping/>
  </p:clrMapOvr>
</p:sld>
</file>

<file path=ppt/theme/theme1.xml><?xml version="1.0" encoding="utf-8"?>
<a:theme xmlns:a="http://schemas.openxmlformats.org/drawingml/2006/main" name="Cranfield University 201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chool of Management 201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EF57B1D3A3004BA1E55A77FC712826" ma:contentTypeVersion="3" ma:contentTypeDescription="Create a new document." ma:contentTypeScope="" ma:versionID="b84aa1f92a73f473af1de1cdf7772369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394879c13eec4f84a453950744c852be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331B94-A6D5-4A62-92CD-F1FFBFD7B0C3}">
  <ds:schemaRefs>
    <ds:schemaRef ds:uri="http://schemas.microsoft.com/sharepoint/v3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1A95930-F748-461D-B405-FE86501F85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A0ED808-A05E-4583-A94A-97B4403DAC7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11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Cranfield University 2016</vt:lpstr>
      <vt:lpstr>School of Management 2016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Chris Phillips</cp:lastModifiedBy>
  <cp:revision>55</cp:revision>
  <dcterms:created xsi:type="dcterms:W3CDTF">2016-01-22T08:47:26Z</dcterms:created>
  <dcterms:modified xsi:type="dcterms:W3CDTF">2026-02-04T19:56:53Z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0x0101002FEF57B1D3A3004BA1E55A77FC712826</vt:lpwstr>
  </property>
</Properties>
</file>